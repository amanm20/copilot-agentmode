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8" d="100"/>
          <a:sy n="128" d="100"/>
        </p:scale>
        <p:origin x="135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0682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2743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914400"/>
            <a:ext cx="9144000" cy="2743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1828800"/>
            <a:ext cx="9144000" cy="2743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2743200"/>
            <a:ext cx="9144000" cy="2743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3657600"/>
            <a:ext cx="9144000" cy="2743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4572000"/>
            <a:ext cx="9144000" cy="2743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0080" y="1280160"/>
            <a:ext cx="640080" cy="6400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63040" y="100584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Accelerating Angular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Migrations with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3600" dirty="0"/>
          </a:p>
        </p:txBody>
      </p:sp>
      <p:sp>
        <p:nvSpPr>
          <p:cNvPr id="21" name="Shape 18"/>
          <p:cNvSpPr/>
          <p:nvPr/>
        </p:nvSpPr>
        <p:spPr>
          <a:xfrm>
            <a:off x="1463040" y="3154680"/>
            <a:ext cx="2286000" cy="36576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46304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OLBB |  BMO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59436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4864" cy="59436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15361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17190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today? Current pain points.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06640" y="1572768"/>
            <a:ext cx="822960" cy="2743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06640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130552"/>
            <a:ext cx="7863840" cy="59436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0080" y="2130552"/>
            <a:ext cx="54864" cy="59436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224942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Modes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463040" y="24323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vs Edit vs Agent — when to use each.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406640" y="2286000"/>
            <a:ext cx="822960" cy="2743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40664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0080" y="2843784"/>
            <a:ext cx="7863840" cy="59436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40080" y="2843784"/>
            <a:ext cx="54864" cy="59436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2962656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2889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&amp; Instructions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463040" y="31455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 + Angular update guide.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406640" y="2999232"/>
            <a:ext cx="822960" cy="2743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7406640" y="2999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40080" y="3557016"/>
            <a:ext cx="7863840" cy="59436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40080" y="3557016"/>
            <a:ext cx="54864" cy="59436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3675888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63040" y="3602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Migration Workflow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1463040" y="38587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recipe for each repo.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406640" y="3712464"/>
            <a:ext cx="822960" cy="2743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7406640" y="3712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40080" y="4270248"/>
            <a:ext cx="7863840" cy="59436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640080" y="4270248"/>
            <a:ext cx="54864" cy="59436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4389120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46304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&amp; Q&amp;A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1463040" y="4572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assurance, review tips, and open discussion.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7406640" y="4425696"/>
            <a:ext cx="822960" cy="2743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7406640" y="44256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Understand Where You 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59436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16733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of you use Copilot?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7863840" cy="59436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245059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4231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Angular versions are your repos currently on?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3108960"/>
            <a:ext cx="7863840" cy="59436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322783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2004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your current migration workflow?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4005072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39776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the biggest pain point?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MODES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Modes, Three Use Cases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3383280"/>
          </a:xfrm>
          <a:prstGeom prst="rect">
            <a:avLst/>
          </a:prstGeom>
          <a:solidFill>
            <a:srgbClr val="1E30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560320" cy="45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22960" y="16002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&amp; RESEARCH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Mode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about your codebase without modifying anything.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" y="3200400"/>
            <a:ext cx="2286000" cy="6858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246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breaking changes exist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Angular 12 and 14?"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Understand scope before touching code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0" y="1371600"/>
            <a:ext cx="2560320" cy="3383280"/>
          </a:xfrm>
          <a:prstGeom prst="rect">
            <a:avLst/>
          </a:prstGeom>
          <a:solidFill>
            <a:srgbClr val="1E30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474720" y="1371600"/>
            <a:ext cx="2560320" cy="45720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657600" y="160020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6052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CHANGES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65760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 Mode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65760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select the files, describe the change. Copilot edits in place.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611880" y="3200400"/>
            <a:ext cx="2286000" cy="6858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703320" y="3246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"Update these 3 files to replace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HttpModule with provideHttpClient()"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65760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Well-scoped, specific changes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309360" y="1371600"/>
            <a:ext cx="2560320" cy="3383280"/>
          </a:xfrm>
          <a:prstGeom prst="rect">
            <a:avLst/>
          </a:prstGeom>
          <a:solidFill>
            <a:srgbClr val="1E30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309360" y="1371600"/>
            <a:ext cx="2560320" cy="45720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92240" y="1600200"/>
            <a:ext cx="411480" cy="4114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9516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MIGRATION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49224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Mode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649224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goal. Copilot finds files, edits, runs commands, fixes errors, iterates.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446520" y="3200400"/>
            <a:ext cx="2286000" cy="6858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6537960" y="3246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"Upgrade from Angular 14 to 15.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ng build and fix all errors."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49224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Multi-file migrations — THE game-changer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EVERYTHING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Instructions for Migrations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5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instructions, Copilot guesses. With instructions, Copilot follows your plan.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931920" cy="2834640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your-repo/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.github/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copilot-instructions.md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angular.json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package.json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3931920" cy="2834640"/>
          </a:xfrm>
          <a:prstGeom prst="rect">
            <a:avLst/>
          </a:prstGeom>
          <a:solidFill>
            <a:srgbClr val="1A27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copilot-instructions.md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Angular Migration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Source: Angular 7  →  Target: Angular 17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Upgrade ONE major version at a time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After each bump: ng build + ng test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standalone components, not NgModules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Replace *ngIf/*ngFor → @if/@for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inject() not constructor injection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 NOT introduce signals yet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Preserve all existing test coverage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INGREDIENT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Update Guide + Copilot Instructions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63040" y="160020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14904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to update.angular.io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965960" y="180136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source → target version. Copy the full migration guide output.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286000"/>
            <a:ext cx="7863840" cy="73152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63040" y="246888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5960" y="23591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into copilot-instructions.md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965960" y="267004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 to .github/copilot-instructions.md in the repo. Copilot reads this on every prompt.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3154680"/>
            <a:ext cx="7863840" cy="73152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22960" y="3291840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8229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63040" y="333756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32278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your custom rules on top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965960" y="353872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version, one-at-a-time rule, no signals, preserve tests, any repo-specific patterns.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63040" y="420624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965960" y="40965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Tell Agent Mode to follow the guide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965960" y="44074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"Upgrade this repo following the migration guide in copilot-instructions.md. Go one version at a time."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40080" y="4754880"/>
            <a:ext cx="786384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822960" y="47777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Copilot the exact breaking changes, deprecated APIs, and migration steps for YOUR version jump.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4-Step Migration Recipe Per Repo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8620" y="1417320"/>
            <a:ext cx="1920240" cy="3200400"/>
          </a:xfrm>
          <a:prstGeom prst="rect">
            <a:avLst/>
          </a:prstGeom>
          <a:solidFill>
            <a:srgbClr val="1E30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8620" y="1417320"/>
            <a:ext cx="1920240" cy="45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4420" y="1691640"/>
            <a:ext cx="548640" cy="5486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44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006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0100" y="2788920"/>
            <a:ext cx="1097280" cy="256032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0100" y="2788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5780" y="32004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codebase.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deprecated APIs,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issues.</a:t>
            </a:r>
            <a:endParaRPr lang="en-US" sz="1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327148" y="2423160"/>
            <a:ext cx="201168" cy="20116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537460" y="1417320"/>
            <a:ext cx="1920240" cy="3200400"/>
          </a:xfrm>
          <a:prstGeom prst="rect">
            <a:avLst/>
          </a:prstGeom>
          <a:solidFill>
            <a:srgbClr val="1E30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537460" y="1417320"/>
            <a:ext cx="1920240" cy="45720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223260" y="1691640"/>
            <a:ext cx="548640" cy="548640"/>
          </a:xfrm>
          <a:prstGeom prst="ellipse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232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62890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948940" y="2788920"/>
            <a:ext cx="1097280" cy="256032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948940" y="2788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674620" y="32004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instructions.md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update guide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custom rules.</a:t>
            </a:r>
            <a:endParaRPr lang="en-US" sz="11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75988" y="2423160"/>
            <a:ext cx="201168" cy="20116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686300" y="1417320"/>
            <a:ext cx="1920240" cy="3200400"/>
          </a:xfrm>
          <a:prstGeom prst="rect">
            <a:avLst/>
          </a:prstGeom>
          <a:solidFill>
            <a:srgbClr val="1E30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686300" y="1417320"/>
            <a:ext cx="1920240" cy="457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372100" y="1691640"/>
            <a:ext cx="548640" cy="54864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3721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47777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UPGRADE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097780" y="2788920"/>
            <a:ext cx="1097280" cy="256032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097780" y="2788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823460" y="32004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major version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time. ng update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ng build → fix.</a:t>
            </a:r>
            <a:endParaRPr lang="en-US" sz="11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624828" y="2423160"/>
            <a:ext cx="201168" cy="201168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6835140" y="1417320"/>
            <a:ext cx="1920240" cy="3200400"/>
          </a:xfrm>
          <a:prstGeom prst="rect">
            <a:avLst/>
          </a:prstGeom>
          <a:solidFill>
            <a:srgbClr val="1E30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835140" y="1417320"/>
            <a:ext cx="1920240" cy="45720"/>
          </a:xfrm>
          <a:prstGeom prst="rect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7520940" y="1691640"/>
            <a:ext cx="548640" cy="548640"/>
          </a:xfrm>
          <a:prstGeom prst="ellipse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75209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1"/>
          <p:cNvSpPr/>
          <p:nvPr/>
        </p:nvSpPr>
        <p:spPr>
          <a:xfrm>
            <a:off x="692658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600" dirty="0"/>
          </a:p>
        </p:txBody>
      </p:sp>
      <p:sp>
        <p:nvSpPr>
          <p:cNvPr id="37" name="Shape 32"/>
          <p:cNvSpPr/>
          <p:nvPr/>
        </p:nvSpPr>
        <p:spPr>
          <a:xfrm>
            <a:off x="7246620" y="2788920"/>
            <a:ext cx="1097280" cy="256032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7246620" y="2788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972300" y="32004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- ng test.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all failures.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cs typeface="Calibri" pitchFamily="34" charset="-120"/>
              </a:rPr>
              <a:t>Important to define a success criteria for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cs typeface="Calibri" pitchFamily="34" charset="-120"/>
              </a:rPr>
              <a:t>upgrade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QA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Tips for Quality &amp; Speed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100584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22960" y="1645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session per version bump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8105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context = better results. Don't let conversations grow to 200 messages.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371600" y="29992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754880" y="1371600"/>
            <a:ext cx="3749040" cy="100584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37760" y="16459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Plan mode first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486400" y="18105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big refactors: Plan agent → review plan → then Agent mode to execute.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754880" y="2560320"/>
            <a:ext cx="3749040" cy="100584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37760" y="283464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86400" y="2670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// REVIEW: comments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486400" y="29992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Copilot: "Add // REVIEW: [reason] for any change you're uncertain about."</a:t>
            </a:r>
            <a:endParaRPr lang="en-US" sz="1050" dirty="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A82CFA51-CD1B-8DE5-4763-FDCE626723F3}"/>
              </a:ext>
            </a:extLst>
          </p:cNvPr>
          <p:cNvSpPr/>
          <p:nvPr/>
        </p:nvSpPr>
        <p:spPr>
          <a:xfrm>
            <a:off x="640080" y="2554955"/>
            <a:ext cx="3749040" cy="1005840"/>
          </a:xfrm>
          <a:prstGeom prst="rect">
            <a:avLst/>
          </a:prstGeom>
          <a:solidFill>
            <a:srgbClr val="1E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>
            <a:extLst>
              <a:ext uri="{FF2B5EF4-FFF2-40B4-BE49-F238E27FC236}">
                <a16:creationId xmlns:a16="http://schemas.microsoft.com/office/drawing/2014/main" id="{F015EBA8-3288-CF56-4795-1158D777499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22960" y="2829275"/>
            <a:ext cx="411480" cy="411480"/>
          </a:xfrm>
          <a:prstGeom prst="rect">
            <a:avLst/>
          </a:prstGeom>
        </p:spPr>
      </p:pic>
      <p:sp>
        <p:nvSpPr>
          <p:cNvPr id="31" name="Text 19">
            <a:extLst>
              <a:ext uri="{FF2B5EF4-FFF2-40B4-BE49-F238E27FC236}">
                <a16:creationId xmlns:a16="http://schemas.microsoft.com/office/drawing/2014/main" id="{F3F7C996-9E37-EFC1-18DB-BFDE1505F818}"/>
              </a:ext>
            </a:extLst>
          </p:cNvPr>
          <p:cNvSpPr/>
          <p:nvPr/>
        </p:nvSpPr>
        <p:spPr>
          <a:xfrm>
            <a:off x="1371600" y="2664683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selection matters</a:t>
            </a:r>
            <a:endParaRPr lang="en-US" sz="13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28AF692D-C7FE-FF7F-D345-A7825808FDD4}"/>
              </a:ext>
            </a:extLst>
          </p:cNvPr>
          <p:cNvSpPr/>
          <p:nvPr/>
        </p:nvSpPr>
        <p:spPr>
          <a:xfrm>
            <a:off x="1371600" y="2993867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Sonnet or GPT-4.1 for complex multi-file work. Check your model dropdown.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114800" y="7315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9396" y="1306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</a:rPr>
              <a:t>Review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371600" y="2130552"/>
            <a:ext cx="365760" cy="36576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71600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920240" y="2103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.github/copilot-instructions.md with migration rules + Angular update guide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2679192"/>
            <a:ext cx="365760" cy="36576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7160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920240" y="2651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fresh Agent mode session: "Analyze this project for Angular migration"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371600" y="3227832"/>
            <a:ext cx="365760" cy="36576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37160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920240" y="32004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one major version at a time — let Copilot run, build, and fix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371600" y="3776472"/>
            <a:ext cx="365760" cy="36576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37160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920240" y="3749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changes, especially 3rd-party deps and // REVIEW: flagged items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371600" y="4325112"/>
            <a:ext cx="365760" cy="36576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37160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920240" y="4297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target version. Share your copilot-instructions.md with the team.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4754880"/>
            <a:ext cx="78638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735</Words>
  <Application>Microsoft Macintosh PowerPoint</Application>
  <PresentationFormat>On-screen Show (16:9)</PresentationFormat>
  <Paragraphs>140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Accelerating Angular Migrations with GitHub Copilot</dc:title>
  <dc:subject>PptxGenJS Presentation</dc:subject>
  <dc:creator>BMO OLBB</dc:creator>
  <cp:lastModifiedBy>Aman Mehra</cp:lastModifiedBy>
  <cp:revision>2</cp:revision>
  <dcterms:created xsi:type="dcterms:W3CDTF">2026-04-01T13:08:58Z</dcterms:created>
  <dcterms:modified xsi:type="dcterms:W3CDTF">2026-04-01T13:19:04Z</dcterms:modified>
</cp:coreProperties>
</file>